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sldIdLst>
    <p:sldId id="257" r:id="rId2"/>
    <p:sldId id="259" r:id="rId3"/>
    <p:sldId id="256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33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4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368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23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826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80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6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84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559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99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5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789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33" r:id="rId6"/>
    <p:sldLayoutId id="2147483729" r:id="rId7"/>
    <p:sldLayoutId id="2147483730" r:id="rId8"/>
    <p:sldLayoutId id="2147483731" r:id="rId9"/>
    <p:sldLayoutId id="2147483732" r:id="rId10"/>
    <p:sldLayoutId id="214748373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6A94D-55D1-56CA-23E7-665B0210D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A070B-AE66-02F7-3D75-1F702B2252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9" y="978409"/>
            <a:ext cx="11149874" cy="1298386"/>
          </a:xfrm>
        </p:spPr>
        <p:txBody>
          <a:bodyPr anchor="t">
            <a:normAutofit/>
          </a:bodyPr>
          <a:lstStyle/>
          <a:p>
            <a:r>
              <a:rPr lang="es-ES" sz="5400" b="1" dirty="0">
                <a:latin typeface="Arial" panose="020B0604020202020204" pitchFamily="34" charset="0"/>
                <a:cs typeface="Arial" panose="020B0604020202020204" pitchFamily="34" charset="0"/>
              </a:rPr>
              <a:t>Presentación</a:t>
            </a:r>
            <a:endParaRPr lang="es-AR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0DB78D-FC2D-5CD0-3076-1DF50BDD3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69" y="5784979"/>
            <a:ext cx="11226261" cy="562979"/>
          </a:xfrm>
        </p:spPr>
        <p:txBody>
          <a:bodyPr anchor="t">
            <a:normAutofit/>
          </a:bodyPr>
          <a:lstStyle/>
          <a:p>
            <a:pPr algn="r"/>
            <a:r>
              <a:rPr lang="es-ES" dirty="0"/>
              <a:t>1/6</a:t>
            </a:r>
            <a:endParaRPr lang="es-A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287FF5-D8A9-6CA9-F7D0-2BB0A47550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24" r="3" b="3"/>
          <a:stretch>
            <a:fillRect/>
          </a:stretch>
        </p:blipFill>
        <p:spPr>
          <a:xfrm>
            <a:off x="517869" y="2112973"/>
            <a:ext cx="5450641" cy="3154680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F47BCECE-17AD-E39C-559B-3F21DFF852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3" r="5006" b="3"/>
          <a:stretch>
            <a:fillRect/>
          </a:stretch>
        </p:blipFill>
        <p:spPr>
          <a:xfrm>
            <a:off x="6220150" y="2112973"/>
            <a:ext cx="5450641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421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9BE8F-3321-E75E-1134-B58DE7C99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EA4402-862F-8673-AAD0-A7972EEE1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1046796"/>
            <a:ext cx="7726680" cy="1062061"/>
          </a:xfrm>
        </p:spPr>
        <p:txBody>
          <a:bodyPr anchor="t">
            <a:normAutofit/>
          </a:bodyPr>
          <a:lstStyle/>
          <a:p>
            <a:r>
              <a:rPr lang="es-ES" sz="5400" dirty="0">
                <a:latin typeface="Arial" panose="020B0604020202020204" pitchFamily="34" charset="0"/>
                <a:cs typeface="Arial" panose="020B0604020202020204" pitchFamily="34" charset="0"/>
              </a:rPr>
              <a:t>Listado Pacientes</a:t>
            </a:r>
            <a:endParaRPr lang="es-AR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4DEAF1-01B3-31DC-8515-F564878B8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3075" y="5508773"/>
            <a:ext cx="3366484" cy="967202"/>
          </a:xfrm>
        </p:spPr>
        <p:txBody>
          <a:bodyPr anchor="ctr">
            <a:normAutofit/>
          </a:bodyPr>
          <a:lstStyle/>
          <a:p>
            <a:pPr algn="r"/>
            <a:r>
              <a:rPr lang="es-ES" dirty="0"/>
              <a:t>2/6</a:t>
            </a:r>
            <a:endParaRPr lang="es-A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C4D707-E9F5-ECB7-567B-AABF247865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24" r="3" b="3"/>
          <a:stretch>
            <a:fillRect/>
          </a:stretch>
        </p:blipFill>
        <p:spPr>
          <a:xfrm>
            <a:off x="517869" y="2108857"/>
            <a:ext cx="5450641" cy="3154691"/>
          </a:xfrm>
          <a:prstGeom prst="rect">
            <a:avLst/>
          </a:prstGeom>
        </p:spPr>
      </p:pic>
      <p:pic>
        <p:nvPicPr>
          <p:cNvPr id="47" name="Imagen 46">
            <a:extLst>
              <a:ext uri="{FF2B5EF4-FFF2-40B4-BE49-F238E27FC236}">
                <a16:creationId xmlns:a16="http://schemas.microsoft.com/office/drawing/2014/main" id="{0F3BB6A7-36D9-0C31-542A-24267C9748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76" y="2108856"/>
            <a:ext cx="5575083" cy="315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787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5F864F-36AC-DBEE-C488-BB7C5B81A9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69" y="5682647"/>
            <a:ext cx="7726680" cy="1062061"/>
          </a:xfrm>
        </p:spPr>
        <p:txBody>
          <a:bodyPr anchor="t">
            <a:normAutofit/>
          </a:bodyPr>
          <a:lstStyle/>
          <a:p>
            <a:r>
              <a:rPr lang="es-ES" sz="4800" dirty="0">
                <a:latin typeface="Arial" panose="020B0604020202020204" pitchFamily="34" charset="0"/>
                <a:cs typeface="Arial" panose="020B0604020202020204" pitchFamily="34" charset="0"/>
              </a:rPr>
              <a:t>Alta Médico</a:t>
            </a:r>
            <a:endParaRPr lang="es-AR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84AD97-29B9-8EF3-5BE7-DBE56D96E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04308" y="5618638"/>
            <a:ext cx="3366484" cy="1044438"/>
          </a:xfrm>
        </p:spPr>
        <p:txBody>
          <a:bodyPr anchor="ctr">
            <a:normAutofit/>
          </a:bodyPr>
          <a:lstStyle/>
          <a:p>
            <a:pPr algn="r"/>
            <a:r>
              <a:rPr lang="es-ES" dirty="0"/>
              <a:t>3/6</a:t>
            </a:r>
            <a:endParaRPr lang="es-AR" dirty="0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DCC11005-BC53-5976-9587-FB0B62EF6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5FCB4A-E7CE-DC3C-416C-BC89FB37A1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68" r="1" b="1"/>
          <a:stretch>
            <a:fillRect/>
          </a:stretch>
        </p:blipFill>
        <p:spPr>
          <a:xfrm>
            <a:off x="517869" y="970929"/>
            <a:ext cx="5450641" cy="4616054"/>
          </a:xfrm>
          <a:prstGeom prst="rect">
            <a:avLst/>
          </a:prstGeom>
        </p:spPr>
      </p:pic>
      <p:pic>
        <p:nvPicPr>
          <p:cNvPr id="69" name="Imagen 68">
            <a:extLst>
              <a:ext uri="{FF2B5EF4-FFF2-40B4-BE49-F238E27FC236}">
                <a16:creationId xmlns:a16="http://schemas.microsoft.com/office/drawing/2014/main" id="{29E151F3-DEDD-FA29-C6EF-977B8B93A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09" b="-2"/>
          <a:stretch>
            <a:fillRect/>
          </a:stretch>
        </p:blipFill>
        <p:spPr>
          <a:xfrm>
            <a:off x="5968511" y="970929"/>
            <a:ext cx="5702281" cy="461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507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AA1F3-BC91-B236-DAAD-E37132A6A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n 29">
            <a:extLst>
              <a:ext uri="{FF2B5EF4-FFF2-40B4-BE49-F238E27FC236}">
                <a16:creationId xmlns:a16="http://schemas.microsoft.com/office/drawing/2014/main" id="{5ABE1378-5632-FC91-1CEE-D0B82CDB37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" r="1" b="1"/>
          <a:stretch>
            <a:fillRect/>
          </a:stretch>
        </p:blipFill>
        <p:spPr>
          <a:xfrm>
            <a:off x="517871" y="2597835"/>
            <a:ext cx="11185082" cy="3741164"/>
          </a:xfrm>
          <a:prstGeom prst="rect">
            <a:avLst/>
          </a:prstGeom>
        </p:spPr>
      </p:pic>
      <p:sp>
        <p:nvSpPr>
          <p:cNvPr id="36" name="Título 1">
            <a:extLst>
              <a:ext uri="{FF2B5EF4-FFF2-40B4-BE49-F238E27FC236}">
                <a16:creationId xmlns:a16="http://schemas.microsoft.com/office/drawing/2014/main" id="{8794544F-DD4F-4496-8540-2BB664CD62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9" y="978409"/>
            <a:ext cx="11149874" cy="1298386"/>
          </a:xfrm>
        </p:spPr>
        <p:txBody>
          <a:bodyPr anchor="t">
            <a:normAutofit/>
          </a:bodyPr>
          <a:lstStyle/>
          <a:p>
            <a:r>
              <a:rPr lang="es-ES" sz="5400" b="1" dirty="0">
                <a:latin typeface="Arial" panose="020B0604020202020204" pitchFamily="34" charset="0"/>
                <a:cs typeface="Arial" panose="020B0604020202020204" pitchFamily="34" charset="0"/>
              </a:rPr>
              <a:t>Listado de Médicos</a:t>
            </a:r>
            <a:endParaRPr lang="es-AR" sz="5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99322AD9-19A5-E868-0C9B-9CB28C3BD4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64411" y="5486839"/>
            <a:ext cx="813343" cy="1298386"/>
          </a:xfrm>
        </p:spPr>
        <p:txBody>
          <a:bodyPr/>
          <a:lstStyle/>
          <a:p>
            <a:r>
              <a:rPr lang="es-ES" dirty="0"/>
              <a:t>4/6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218444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FF70EC-F1F3-64AC-9767-D00B90CB0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82277922-1172-63F7-36D7-1ECA910394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9"/>
            <a:ext cx="7263804" cy="1008208"/>
          </a:xfrm>
        </p:spPr>
        <p:txBody>
          <a:bodyPr anchor="t">
            <a:normAutofit/>
          </a:bodyPr>
          <a:lstStyle/>
          <a:p>
            <a:r>
              <a:rPr lang="es-ES" sz="4400" dirty="0">
                <a:latin typeface="Arial" panose="020B0604020202020204" pitchFamily="34" charset="0"/>
                <a:cs typeface="Arial" panose="020B0604020202020204" pitchFamily="34" charset="0"/>
              </a:rPr>
              <a:t>Horarios </a:t>
            </a:r>
            <a:r>
              <a:rPr lang="es-ES" sz="4400" b="1" dirty="0">
                <a:latin typeface="Arial" panose="020B0604020202020204" pitchFamily="34" charset="0"/>
                <a:cs typeface="Arial" panose="020B0604020202020204" pitchFamily="34" charset="0"/>
              </a:rPr>
              <a:t>Médicos</a:t>
            </a:r>
            <a:endParaRPr lang="es-AR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DD57DDC-2075-7CBD-00B4-0A5FF0991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5A11CF1-89C2-0BE3-45EF-AF819D660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6" b="26217"/>
          <a:stretch>
            <a:fillRect/>
          </a:stretch>
        </p:blipFill>
        <p:spPr>
          <a:xfrm>
            <a:off x="517868" y="2101022"/>
            <a:ext cx="11153216" cy="4244987"/>
          </a:xfrm>
          <a:prstGeom prst="rect">
            <a:avLst/>
          </a:prstGeom>
        </p:spPr>
      </p:pic>
      <p:sp>
        <p:nvSpPr>
          <p:cNvPr id="6" name="Subtítulo 5">
            <a:extLst>
              <a:ext uri="{FF2B5EF4-FFF2-40B4-BE49-F238E27FC236}">
                <a16:creationId xmlns:a16="http://schemas.microsoft.com/office/drawing/2014/main" id="{87A6A12D-54DB-8222-698D-40E52A2DB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66493" y="5376672"/>
            <a:ext cx="1009180" cy="1399032"/>
          </a:xfrm>
        </p:spPr>
        <p:txBody>
          <a:bodyPr/>
          <a:lstStyle/>
          <a:p>
            <a:r>
              <a:rPr lang="es-ES" dirty="0"/>
              <a:t>5/6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70886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42208-D364-36F3-401E-60ADDA25D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C7EFAAB5-34A3-C2FC-70BA-7720CC8ADB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7D0202E9-4EBD-1478-E081-C1F76C1F0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9"/>
            <a:ext cx="7263804" cy="1008208"/>
          </a:xfrm>
        </p:spPr>
        <p:txBody>
          <a:bodyPr anchor="t">
            <a:normAutofit/>
          </a:bodyPr>
          <a:lstStyle/>
          <a:p>
            <a:r>
              <a:rPr lang="es-ES" sz="4400" b="1" dirty="0">
                <a:latin typeface="Arial" panose="020B0604020202020204" pitchFamily="34" charset="0"/>
                <a:cs typeface="Arial" panose="020B0604020202020204" pitchFamily="34" charset="0"/>
              </a:rPr>
              <a:t>Turnos As</a:t>
            </a:r>
            <a:r>
              <a:rPr lang="es-ES" sz="4400" dirty="0">
                <a:latin typeface="Arial" panose="020B0604020202020204" pitchFamily="34" charset="0"/>
                <a:cs typeface="Arial" panose="020B0604020202020204" pitchFamily="34" charset="0"/>
              </a:rPr>
              <a:t>ignados</a:t>
            </a:r>
            <a:endParaRPr lang="es-AR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FDD57DDC-2075-7CBD-00B4-0A5FF0991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6CF5161-C970-74C5-434B-B856AA79C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847"/>
          <a:stretch>
            <a:fillRect/>
          </a:stretch>
        </p:blipFill>
        <p:spPr>
          <a:xfrm>
            <a:off x="517868" y="2101022"/>
            <a:ext cx="11153216" cy="4244987"/>
          </a:xfrm>
          <a:prstGeom prst="rect">
            <a:avLst/>
          </a:prstGeom>
        </p:spPr>
      </p:pic>
      <p:sp>
        <p:nvSpPr>
          <p:cNvPr id="7" name="Subtítulo 6">
            <a:extLst>
              <a:ext uri="{FF2B5EF4-FFF2-40B4-BE49-F238E27FC236}">
                <a16:creationId xmlns:a16="http://schemas.microsoft.com/office/drawing/2014/main" id="{2DD4E4DB-7E33-DFFA-2467-C67556CD2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36743" y="6250424"/>
            <a:ext cx="868680" cy="512064"/>
          </a:xfrm>
        </p:spPr>
        <p:txBody>
          <a:bodyPr/>
          <a:lstStyle/>
          <a:p>
            <a:r>
              <a:rPr lang="es-ES" dirty="0"/>
              <a:t>6/6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0186811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TM03457503[[fn=Citable]]</Template>
  <TotalTime>35</TotalTime>
  <Words>18</Words>
  <Application>Microsoft Office PowerPoint</Application>
  <PresentationFormat>Panorámica</PresentationFormat>
  <Paragraphs>12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Bierstadt</vt:lpstr>
      <vt:lpstr>GestaltVTI</vt:lpstr>
      <vt:lpstr>Presentación</vt:lpstr>
      <vt:lpstr>Listado Pacientes</vt:lpstr>
      <vt:lpstr>Alta Médico</vt:lpstr>
      <vt:lpstr>Listado de Médicos</vt:lpstr>
      <vt:lpstr>Horarios Médicos</vt:lpstr>
      <vt:lpstr>Turnos Asignados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Tello Moscoso Leonardo Farid</dc:creator>
  <cp:lastModifiedBy>Tello Moscoso Leonardo Farid</cp:lastModifiedBy>
  <cp:revision>1</cp:revision>
  <dcterms:created xsi:type="dcterms:W3CDTF">2026-07-24T16:37:50Z</dcterms:created>
  <dcterms:modified xsi:type="dcterms:W3CDTF">2026-07-24T17:12:51Z</dcterms:modified>
</cp:coreProperties>
</file>